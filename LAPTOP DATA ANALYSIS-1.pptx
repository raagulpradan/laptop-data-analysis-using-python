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5" r:id="rId3"/>
    <p:sldId id="273" r:id="rId4"/>
    <p:sldId id="269" r:id="rId5"/>
    <p:sldId id="270" r:id="rId6"/>
    <p:sldId id="272" r:id="rId7"/>
    <p:sldId id="258" r:id="rId8"/>
    <p:sldId id="259" r:id="rId9"/>
    <p:sldId id="260" r:id="rId10"/>
    <p:sldId id="262" r:id="rId11"/>
    <p:sldId id="261" r:id="rId12"/>
    <p:sldId id="263" r:id="rId13"/>
    <p:sldId id="264" r:id="rId14"/>
    <p:sldId id="265" r:id="rId15"/>
    <p:sldId id="266" r:id="rId16"/>
    <p:sldId id="268" r:id="rId17"/>
    <p:sldId id="267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093" autoAdjust="0"/>
  </p:normalViewPr>
  <p:slideViewPr>
    <p:cSldViewPr snapToGrid="0">
      <p:cViewPr>
        <p:scale>
          <a:sx n="53" d="100"/>
          <a:sy n="53" d="100"/>
        </p:scale>
        <p:origin x="141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8BAE20-A42F-452B-9391-26E916F877C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8BB9910-3CF6-4B87-B2EA-43D6F67D3EE9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Mid-range appeal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: Most laptops fall into a moderate price range (₹30,000–₹70,000), suggesting strong consumer demand there.</a:t>
          </a:r>
        </a:p>
      </dgm:t>
    </dgm:pt>
    <dgm:pt modelId="{3FE8851F-3B3B-4E22-8CB7-9BA557AAF623}" type="parTrans" cxnId="{C6A2BCFD-9165-4305-8C43-413EE0AD3ED1}">
      <dgm:prSet/>
      <dgm:spPr/>
      <dgm:t>
        <a:bodyPr/>
        <a:lstStyle/>
        <a:p>
          <a:endParaRPr lang="en-US"/>
        </a:p>
      </dgm:t>
    </dgm:pt>
    <dgm:pt modelId="{35B3B0D1-7E82-45D3-992B-19D9C1A56AD9}" type="sibTrans" cxnId="{C6A2BCFD-9165-4305-8C43-413EE0AD3ED1}">
      <dgm:prSet/>
      <dgm:spPr/>
      <dgm:t>
        <a:bodyPr/>
        <a:lstStyle/>
        <a:p>
          <a:endParaRPr lang="en-US"/>
        </a:p>
      </dgm:t>
    </dgm:pt>
    <dgm:pt modelId="{E1548F82-53ED-4396-BE91-34A5415B5B01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Brand leverage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: Well-known brands (like Lenovo, Dell, HP) can price higher even with similar hardware specs due to reputation.</a:t>
          </a:r>
        </a:p>
      </dgm:t>
    </dgm:pt>
    <dgm:pt modelId="{A08C9C45-AD76-47E2-9C7A-EB671E64BF3A}" type="parTrans" cxnId="{0DD90B92-CB28-4172-B393-54E8F83A6105}">
      <dgm:prSet/>
      <dgm:spPr/>
      <dgm:t>
        <a:bodyPr/>
        <a:lstStyle/>
        <a:p>
          <a:endParaRPr lang="en-US"/>
        </a:p>
      </dgm:t>
    </dgm:pt>
    <dgm:pt modelId="{BF40AE93-7FC3-4B36-86FD-000765269512}" type="sibTrans" cxnId="{0DD90B92-CB28-4172-B393-54E8F83A6105}">
      <dgm:prSet/>
      <dgm:spPr/>
      <dgm:t>
        <a:bodyPr/>
        <a:lstStyle/>
        <a:p>
          <a:endParaRPr lang="en-US"/>
        </a:p>
      </dgm:t>
    </dgm:pt>
    <dgm:pt modelId="{1C2022B9-6373-4794-9241-98CCE7EB835C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Spec sensitivity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: Upgrades in RAM, SSD, or GPU significantly increase price, showing customers are willing to pay for performance boosts.</a:t>
          </a:r>
        </a:p>
      </dgm:t>
    </dgm:pt>
    <dgm:pt modelId="{8BE0BD21-70DA-4F10-B71B-46C7DD554B68}" type="parTrans" cxnId="{2367C30F-F6BD-46D5-A6E5-51BEA2082692}">
      <dgm:prSet/>
      <dgm:spPr/>
      <dgm:t>
        <a:bodyPr/>
        <a:lstStyle/>
        <a:p>
          <a:endParaRPr lang="en-US"/>
        </a:p>
      </dgm:t>
    </dgm:pt>
    <dgm:pt modelId="{9BBB23F3-10CF-45AE-A423-7736CC29FF84}" type="sibTrans" cxnId="{2367C30F-F6BD-46D5-A6E5-51BEA2082692}">
      <dgm:prSet/>
      <dgm:spPr/>
      <dgm:t>
        <a:bodyPr/>
        <a:lstStyle/>
        <a:p>
          <a:endParaRPr lang="en-US"/>
        </a:p>
      </dgm:t>
    </dgm:pt>
    <dgm:pt modelId="{21487E70-57FB-4926-932F-C824390818CA}" type="pres">
      <dgm:prSet presAssocID="{228BAE20-A42F-452B-9391-26E916F877C5}" presName="vert0" presStyleCnt="0">
        <dgm:presLayoutVars>
          <dgm:dir/>
          <dgm:animOne val="branch"/>
          <dgm:animLvl val="lvl"/>
        </dgm:presLayoutVars>
      </dgm:prSet>
      <dgm:spPr/>
    </dgm:pt>
    <dgm:pt modelId="{E7620668-5C86-46DD-9D28-9CD3C1AA0DDA}" type="pres">
      <dgm:prSet presAssocID="{E8BB9910-3CF6-4B87-B2EA-43D6F67D3EE9}" presName="thickLine" presStyleLbl="alignNode1" presStyleIdx="0" presStyleCnt="3"/>
      <dgm:spPr/>
    </dgm:pt>
    <dgm:pt modelId="{C0A0646E-BCEE-4BC6-ADC8-17F79A440B66}" type="pres">
      <dgm:prSet presAssocID="{E8BB9910-3CF6-4B87-B2EA-43D6F67D3EE9}" presName="horz1" presStyleCnt="0"/>
      <dgm:spPr/>
    </dgm:pt>
    <dgm:pt modelId="{1126114E-22B9-41F3-A70B-9F4B73EEC5A2}" type="pres">
      <dgm:prSet presAssocID="{E8BB9910-3CF6-4B87-B2EA-43D6F67D3EE9}" presName="tx1" presStyleLbl="revTx" presStyleIdx="0" presStyleCnt="3"/>
      <dgm:spPr/>
    </dgm:pt>
    <dgm:pt modelId="{55EFF30A-7789-40D1-98C8-F9F09CD30DBB}" type="pres">
      <dgm:prSet presAssocID="{E8BB9910-3CF6-4B87-B2EA-43D6F67D3EE9}" presName="vert1" presStyleCnt="0"/>
      <dgm:spPr/>
    </dgm:pt>
    <dgm:pt modelId="{1F2B4685-EA17-4106-B8D9-59E4ACCDAB46}" type="pres">
      <dgm:prSet presAssocID="{E1548F82-53ED-4396-BE91-34A5415B5B01}" presName="thickLine" presStyleLbl="alignNode1" presStyleIdx="1" presStyleCnt="3"/>
      <dgm:spPr/>
    </dgm:pt>
    <dgm:pt modelId="{F82114F8-26EF-4226-9C4B-27391FCFBBBD}" type="pres">
      <dgm:prSet presAssocID="{E1548F82-53ED-4396-BE91-34A5415B5B01}" presName="horz1" presStyleCnt="0"/>
      <dgm:spPr/>
    </dgm:pt>
    <dgm:pt modelId="{9ECCB563-A0BE-4F4A-8DD7-B5F293264E9E}" type="pres">
      <dgm:prSet presAssocID="{E1548F82-53ED-4396-BE91-34A5415B5B01}" presName="tx1" presStyleLbl="revTx" presStyleIdx="1" presStyleCnt="3"/>
      <dgm:spPr/>
    </dgm:pt>
    <dgm:pt modelId="{9CF746FB-4D0A-46AB-95BA-8DA1244E0512}" type="pres">
      <dgm:prSet presAssocID="{E1548F82-53ED-4396-BE91-34A5415B5B01}" presName="vert1" presStyleCnt="0"/>
      <dgm:spPr/>
    </dgm:pt>
    <dgm:pt modelId="{DE5DAAC8-DBD6-4EB2-8E0F-0D046FD916C0}" type="pres">
      <dgm:prSet presAssocID="{1C2022B9-6373-4794-9241-98CCE7EB835C}" presName="thickLine" presStyleLbl="alignNode1" presStyleIdx="2" presStyleCnt="3"/>
      <dgm:spPr/>
    </dgm:pt>
    <dgm:pt modelId="{6F1E8D94-680C-46EB-B4F3-56161CC72446}" type="pres">
      <dgm:prSet presAssocID="{1C2022B9-6373-4794-9241-98CCE7EB835C}" presName="horz1" presStyleCnt="0"/>
      <dgm:spPr/>
    </dgm:pt>
    <dgm:pt modelId="{8EF41A05-B403-4700-8931-CDDE8A9D8956}" type="pres">
      <dgm:prSet presAssocID="{1C2022B9-6373-4794-9241-98CCE7EB835C}" presName="tx1" presStyleLbl="revTx" presStyleIdx="2" presStyleCnt="3"/>
      <dgm:spPr/>
    </dgm:pt>
    <dgm:pt modelId="{D6CAC4B7-10CD-4B0C-81E7-FDF970C0E209}" type="pres">
      <dgm:prSet presAssocID="{1C2022B9-6373-4794-9241-98CCE7EB835C}" presName="vert1" presStyleCnt="0"/>
      <dgm:spPr/>
    </dgm:pt>
  </dgm:ptLst>
  <dgm:cxnLst>
    <dgm:cxn modelId="{2367C30F-F6BD-46D5-A6E5-51BEA2082692}" srcId="{228BAE20-A42F-452B-9391-26E916F877C5}" destId="{1C2022B9-6373-4794-9241-98CCE7EB835C}" srcOrd="2" destOrd="0" parTransId="{8BE0BD21-70DA-4F10-B71B-46C7DD554B68}" sibTransId="{9BBB23F3-10CF-45AE-A423-7736CC29FF84}"/>
    <dgm:cxn modelId="{D3B0F166-474E-4028-BC9E-634C8C3A8000}" type="presOf" srcId="{E1548F82-53ED-4396-BE91-34A5415B5B01}" destId="{9ECCB563-A0BE-4F4A-8DD7-B5F293264E9E}" srcOrd="0" destOrd="0" presId="urn:microsoft.com/office/officeart/2008/layout/LinedList"/>
    <dgm:cxn modelId="{33B45D4B-8778-423F-8390-5DA7FC6526C0}" type="presOf" srcId="{1C2022B9-6373-4794-9241-98CCE7EB835C}" destId="{8EF41A05-B403-4700-8931-CDDE8A9D8956}" srcOrd="0" destOrd="0" presId="urn:microsoft.com/office/officeart/2008/layout/LinedList"/>
    <dgm:cxn modelId="{7A635677-678D-4F03-9221-2AF1D70D167D}" type="presOf" srcId="{228BAE20-A42F-452B-9391-26E916F877C5}" destId="{21487E70-57FB-4926-932F-C824390818CA}" srcOrd="0" destOrd="0" presId="urn:microsoft.com/office/officeart/2008/layout/LinedList"/>
    <dgm:cxn modelId="{2DC1387E-3F2A-4304-A5C8-9F6FBBCF1620}" type="presOf" srcId="{E8BB9910-3CF6-4B87-B2EA-43D6F67D3EE9}" destId="{1126114E-22B9-41F3-A70B-9F4B73EEC5A2}" srcOrd="0" destOrd="0" presId="urn:microsoft.com/office/officeart/2008/layout/LinedList"/>
    <dgm:cxn modelId="{0DD90B92-CB28-4172-B393-54E8F83A6105}" srcId="{228BAE20-A42F-452B-9391-26E916F877C5}" destId="{E1548F82-53ED-4396-BE91-34A5415B5B01}" srcOrd="1" destOrd="0" parTransId="{A08C9C45-AD76-47E2-9C7A-EB671E64BF3A}" sibTransId="{BF40AE93-7FC3-4B36-86FD-000765269512}"/>
    <dgm:cxn modelId="{C6A2BCFD-9165-4305-8C43-413EE0AD3ED1}" srcId="{228BAE20-A42F-452B-9391-26E916F877C5}" destId="{E8BB9910-3CF6-4B87-B2EA-43D6F67D3EE9}" srcOrd="0" destOrd="0" parTransId="{3FE8851F-3B3B-4E22-8CB7-9BA557AAF623}" sibTransId="{35B3B0D1-7E82-45D3-992B-19D9C1A56AD9}"/>
    <dgm:cxn modelId="{B48EEE0B-189A-4E75-A635-0C702DF40083}" type="presParOf" srcId="{21487E70-57FB-4926-932F-C824390818CA}" destId="{E7620668-5C86-46DD-9D28-9CD3C1AA0DDA}" srcOrd="0" destOrd="0" presId="urn:microsoft.com/office/officeart/2008/layout/LinedList"/>
    <dgm:cxn modelId="{C4A29E95-2B11-4AAA-8E67-D61589EB1725}" type="presParOf" srcId="{21487E70-57FB-4926-932F-C824390818CA}" destId="{C0A0646E-BCEE-4BC6-ADC8-17F79A440B66}" srcOrd="1" destOrd="0" presId="urn:microsoft.com/office/officeart/2008/layout/LinedList"/>
    <dgm:cxn modelId="{D49AE2DD-2C35-450A-8ADA-453C4104C4CA}" type="presParOf" srcId="{C0A0646E-BCEE-4BC6-ADC8-17F79A440B66}" destId="{1126114E-22B9-41F3-A70B-9F4B73EEC5A2}" srcOrd="0" destOrd="0" presId="urn:microsoft.com/office/officeart/2008/layout/LinedList"/>
    <dgm:cxn modelId="{E290CAF4-70EE-459A-B301-78A966C6DB1D}" type="presParOf" srcId="{C0A0646E-BCEE-4BC6-ADC8-17F79A440B66}" destId="{55EFF30A-7789-40D1-98C8-F9F09CD30DBB}" srcOrd="1" destOrd="0" presId="urn:microsoft.com/office/officeart/2008/layout/LinedList"/>
    <dgm:cxn modelId="{7A35D44A-8FDD-4BD0-A43E-F56DB7BFC078}" type="presParOf" srcId="{21487E70-57FB-4926-932F-C824390818CA}" destId="{1F2B4685-EA17-4106-B8D9-59E4ACCDAB46}" srcOrd="2" destOrd="0" presId="urn:microsoft.com/office/officeart/2008/layout/LinedList"/>
    <dgm:cxn modelId="{C433ED3F-8144-4324-9748-F496A441B99F}" type="presParOf" srcId="{21487E70-57FB-4926-932F-C824390818CA}" destId="{F82114F8-26EF-4226-9C4B-27391FCFBBBD}" srcOrd="3" destOrd="0" presId="urn:microsoft.com/office/officeart/2008/layout/LinedList"/>
    <dgm:cxn modelId="{ADDF3459-8848-4741-AF51-A5EE6009DE84}" type="presParOf" srcId="{F82114F8-26EF-4226-9C4B-27391FCFBBBD}" destId="{9ECCB563-A0BE-4F4A-8DD7-B5F293264E9E}" srcOrd="0" destOrd="0" presId="urn:microsoft.com/office/officeart/2008/layout/LinedList"/>
    <dgm:cxn modelId="{63F8C701-1177-490D-9734-727371673D4B}" type="presParOf" srcId="{F82114F8-26EF-4226-9C4B-27391FCFBBBD}" destId="{9CF746FB-4D0A-46AB-95BA-8DA1244E0512}" srcOrd="1" destOrd="0" presId="urn:microsoft.com/office/officeart/2008/layout/LinedList"/>
    <dgm:cxn modelId="{C8411E36-AFA5-4F99-A44C-166BC656A3CD}" type="presParOf" srcId="{21487E70-57FB-4926-932F-C824390818CA}" destId="{DE5DAAC8-DBD6-4EB2-8E0F-0D046FD916C0}" srcOrd="4" destOrd="0" presId="urn:microsoft.com/office/officeart/2008/layout/LinedList"/>
    <dgm:cxn modelId="{2A5CFA1F-5BF7-4B7F-8A96-9B161E19663A}" type="presParOf" srcId="{21487E70-57FB-4926-932F-C824390818CA}" destId="{6F1E8D94-680C-46EB-B4F3-56161CC72446}" srcOrd="5" destOrd="0" presId="urn:microsoft.com/office/officeart/2008/layout/LinedList"/>
    <dgm:cxn modelId="{F363BDCE-395C-456C-A23D-2A934EE0B6D9}" type="presParOf" srcId="{6F1E8D94-680C-46EB-B4F3-56161CC72446}" destId="{8EF41A05-B403-4700-8931-CDDE8A9D8956}" srcOrd="0" destOrd="0" presId="urn:microsoft.com/office/officeart/2008/layout/LinedList"/>
    <dgm:cxn modelId="{21D700A2-77A4-4231-9B8A-C3F700C5C094}" type="presParOf" srcId="{6F1E8D94-680C-46EB-B4F3-56161CC72446}" destId="{D6CAC4B7-10CD-4B0C-81E7-FDF970C0E20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993797-4EBB-42A1-AC85-0CCD15BD42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CCF1681F-0100-4628-AF3C-763CF8EB3B9B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Hardware Specifications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(RAM, storage type, processor, graphics) affect price the most.</a:t>
          </a:r>
        </a:p>
      </dgm:t>
    </dgm:pt>
    <dgm:pt modelId="{2192A289-4E53-4645-BAC3-15F0931D4378}" type="parTrans" cxnId="{582C5042-6E69-45A1-A3F8-E6111B3B5A4E}">
      <dgm:prSet/>
      <dgm:spPr/>
      <dgm:t>
        <a:bodyPr/>
        <a:lstStyle/>
        <a:p>
          <a:endParaRPr lang="en-US"/>
        </a:p>
      </dgm:t>
    </dgm:pt>
    <dgm:pt modelId="{8A36F209-0533-411C-91DC-A136036015DC}" type="sibTrans" cxnId="{582C5042-6E69-45A1-A3F8-E6111B3B5A4E}">
      <dgm:prSet/>
      <dgm:spPr/>
      <dgm:t>
        <a:bodyPr/>
        <a:lstStyle/>
        <a:p>
          <a:endParaRPr lang="en-US"/>
        </a:p>
      </dgm:t>
    </dgm:pt>
    <dgm:pt modelId="{7D43C881-EBEF-4597-B86A-8CEBECB01BF8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Company reputation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comes second, as premium brands charge more.</a:t>
          </a:r>
        </a:p>
      </dgm:t>
    </dgm:pt>
    <dgm:pt modelId="{1D85AE84-F23A-4221-9353-5534EED2E6F0}" type="parTrans" cxnId="{BEE067D5-6202-404F-9613-68FF3C377D5F}">
      <dgm:prSet/>
      <dgm:spPr/>
      <dgm:t>
        <a:bodyPr/>
        <a:lstStyle/>
        <a:p>
          <a:endParaRPr lang="en-US"/>
        </a:p>
      </dgm:t>
    </dgm:pt>
    <dgm:pt modelId="{84C91FBB-0724-4354-858D-785B9237E8B6}" type="sibTrans" cxnId="{BEE067D5-6202-404F-9613-68FF3C377D5F}">
      <dgm:prSet/>
      <dgm:spPr/>
      <dgm:t>
        <a:bodyPr/>
        <a:lstStyle/>
        <a:p>
          <a:endParaRPr lang="en-US"/>
        </a:p>
      </dgm:t>
    </dgm:pt>
    <dgm:pt modelId="{30FCBEEE-334B-4735-BB53-0E57FA957FE7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Operating system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has minimal effect compared to the other two.</a:t>
          </a:r>
        </a:p>
      </dgm:t>
    </dgm:pt>
    <dgm:pt modelId="{13B42076-2149-4B61-B6B1-608059102243}" type="parTrans" cxnId="{8129F41C-506A-4D4F-81EF-FC05571CC7F9}">
      <dgm:prSet/>
      <dgm:spPr/>
      <dgm:t>
        <a:bodyPr/>
        <a:lstStyle/>
        <a:p>
          <a:endParaRPr lang="en-US"/>
        </a:p>
      </dgm:t>
    </dgm:pt>
    <dgm:pt modelId="{67149A2E-B3D1-456F-BDDC-52EF76FA96A1}" type="sibTrans" cxnId="{8129F41C-506A-4D4F-81EF-FC05571CC7F9}">
      <dgm:prSet/>
      <dgm:spPr/>
      <dgm:t>
        <a:bodyPr/>
        <a:lstStyle/>
        <a:p>
          <a:endParaRPr lang="en-US"/>
        </a:p>
      </dgm:t>
    </dgm:pt>
    <dgm:pt modelId="{A8189E25-5A3E-46FE-8082-270141E2AE13}" type="pres">
      <dgm:prSet presAssocID="{F7993797-4EBB-42A1-AC85-0CCD15BD42AF}" presName="root" presStyleCnt="0">
        <dgm:presLayoutVars>
          <dgm:dir/>
          <dgm:resizeHandles val="exact"/>
        </dgm:presLayoutVars>
      </dgm:prSet>
      <dgm:spPr/>
    </dgm:pt>
    <dgm:pt modelId="{6D3393EE-E6A3-445A-866D-34C21C44836C}" type="pres">
      <dgm:prSet presAssocID="{CCF1681F-0100-4628-AF3C-763CF8EB3B9B}" presName="compNode" presStyleCnt="0"/>
      <dgm:spPr/>
    </dgm:pt>
    <dgm:pt modelId="{2096C1CC-7641-49FE-82B2-8C7A4E980209}" type="pres">
      <dgm:prSet presAssocID="{CCF1681F-0100-4628-AF3C-763CF8EB3B9B}" presName="bgRect" presStyleLbl="bgShp" presStyleIdx="0" presStyleCnt="3"/>
      <dgm:spPr/>
    </dgm:pt>
    <dgm:pt modelId="{C214BC6C-5BB8-452D-AE52-1A96D08F1057}" type="pres">
      <dgm:prSet presAssocID="{CCF1681F-0100-4628-AF3C-763CF8EB3B9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BFB18D9-292A-4072-8074-72A1E9E961D9}" type="pres">
      <dgm:prSet presAssocID="{CCF1681F-0100-4628-AF3C-763CF8EB3B9B}" presName="spaceRect" presStyleCnt="0"/>
      <dgm:spPr/>
    </dgm:pt>
    <dgm:pt modelId="{6EA7BF03-1AB7-4471-9071-24ED0357F462}" type="pres">
      <dgm:prSet presAssocID="{CCF1681F-0100-4628-AF3C-763CF8EB3B9B}" presName="parTx" presStyleLbl="revTx" presStyleIdx="0" presStyleCnt="3">
        <dgm:presLayoutVars>
          <dgm:chMax val="0"/>
          <dgm:chPref val="0"/>
        </dgm:presLayoutVars>
      </dgm:prSet>
      <dgm:spPr/>
    </dgm:pt>
    <dgm:pt modelId="{3FF2A25B-C730-41E8-AE8E-396AAC171156}" type="pres">
      <dgm:prSet presAssocID="{8A36F209-0533-411C-91DC-A136036015DC}" presName="sibTrans" presStyleCnt="0"/>
      <dgm:spPr/>
    </dgm:pt>
    <dgm:pt modelId="{2715EE9A-D2B7-4E8E-8057-2B62654CAB3C}" type="pres">
      <dgm:prSet presAssocID="{7D43C881-EBEF-4597-B86A-8CEBECB01BF8}" presName="compNode" presStyleCnt="0"/>
      <dgm:spPr/>
    </dgm:pt>
    <dgm:pt modelId="{01B52D43-240C-444B-AE0C-407A9FA5859E}" type="pres">
      <dgm:prSet presAssocID="{7D43C881-EBEF-4597-B86A-8CEBECB01BF8}" presName="bgRect" presStyleLbl="bgShp" presStyleIdx="1" presStyleCnt="3"/>
      <dgm:spPr/>
    </dgm:pt>
    <dgm:pt modelId="{51B90B18-9728-48CE-9BE7-D6FC65B446FF}" type="pres">
      <dgm:prSet presAssocID="{7D43C881-EBEF-4597-B86A-8CEBECB01BF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88CBA1E4-E8CB-4C2A-95AF-CB73701DB17C}" type="pres">
      <dgm:prSet presAssocID="{7D43C881-EBEF-4597-B86A-8CEBECB01BF8}" presName="spaceRect" presStyleCnt="0"/>
      <dgm:spPr/>
    </dgm:pt>
    <dgm:pt modelId="{B8020ED3-EB18-42E9-ABA5-51FD12838D59}" type="pres">
      <dgm:prSet presAssocID="{7D43C881-EBEF-4597-B86A-8CEBECB01BF8}" presName="parTx" presStyleLbl="revTx" presStyleIdx="1" presStyleCnt="3">
        <dgm:presLayoutVars>
          <dgm:chMax val="0"/>
          <dgm:chPref val="0"/>
        </dgm:presLayoutVars>
      </dgm:prSet>
      <dgm:spPr/>
    </dgm:pt>
    <dgm:pt modelId="{44AE2F6D-9578-4404-97B5-0BFF120F950A}" type="pres">
      <dgm:prSet presAssocID="{84C91FBB-0724-4354-858D-785B9237E8B6}" presName="sibTrans" presStyleCnt="0"/>
      <dgm:spPr/>
    </dgm:pt>
    <dgm:pt modelId="{904DE419-E988-4D00-99BC-E1DB928662F4}" type="pres">
      <dgm:prSet presAssocID="{30FCBEEE-334B-4735-BB53-0E57FA957FE7}" presName="compNode" presStyleCnt="0"/>
      <dgm:spPr/>
    </dgm:pt>
    <dgm:pt modelId="{ADF9D16D-6D14-473C-9F50-B67E657E9670}" type="pres">
      <dgm:prSet presAssocID="{30FCBEEE-334B-4735-BB53-0E57FA957FE7}" presName="bgRect" presStyleLbl="bgShp" presStyleIdx="2" presStyleCnt="3"/>
      <dgm:spPr/>
    </dgm:pt>
    <dgm:pt modelId="{BF9A3E27-971A-4B16-ADDC-BFBB153167D0}" type="pres">
      <dgm:prSet presAssocID="{30FCBEEE-334B-4735-BB53-0E57FA957F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BDC1AF5E-28C1-4EA9-B6CE-0AA809FE2023}" type="pres">
      <dgm:prSet presAssocID="{30FCBEEE-334B-4735-BB53-0E57FA957FE7}" presName="spaceRect" presStyleCnt="0"/>
      <dgm:spPr/>
    </dgm:pt>
    <dgm:pt modelId="{E84F3242-ED33-4A33-B657-954C28F6EFE1}" type="pres">
      <dgm:prSet presAssocID="{30FCBEEE-334B-4735-BB53-0E57FA957FE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1E83C05-D245-4C19-95B2-DAA812B1AC4A}" type="presOf" srcId="{F7993797-4EBB-42A1-AC85-0CCD15BD42AF}" destId="{A8189E25-5A3E-46FE-8082-270141E2AE13}" srcOrd="0" destOrd="0" presId="urn:microsoft.com/office/officeart/2018/2/layout/IconVerticalSolidList"/>
    <dgm:cxn modelId="{8129F41C-506A-4D4F-81EF-FC05571CC7F9}" srcId="{F7993797-4EBB-42A1-AC85-0CCD15BD42AF}" destId="{30FCBEEE-334B-4735-BB53-0E57FA957FE7}" srcOrd="2" destOrd="0" parTransId="{13B42076-2149-4B61-B6B1-608059102243}" sibTransId="{67149A2E-B3D1-456F-BDDC-52EF76FA96A1}"/>
    <dgm:cxn modelId="{E3CC8526-59C3-4E3C-A1DE-342743252076}" type="presOf" srcId="{7D43C881-EBEF-4597-B86A-8CEBECB01BF8}" destId="{B8020ED3-EB18-42E9-ABA5-51FD12838D59}" srcOrd="0" destOrd="0" presId="urn:microsoft.com/office/officeart/2018/2/layout/IconVerticalSolidList"/>
    <dgm:cxn modelId="{582C5042-6E69-45A1-A3F8-E6111B3B5A4E}" srcId="{F7993797-4EBB-42A1-AC85-0CCD15BD42AF}" destId="{CCF1681F-0100-4628-AF3C-763CF8EB3B9B}" srcOrd="0" destOrd="0" parTransId="{2192A289-4E53-4645-BAC3-15F0931D4378}" sibTransId="{8A36F209-0533-411C-91DC-A136036015DC}"/>
    <dgm:cxn modelId="{E29DEA8E-481F-485C-A943-FE81CC8193A4}" type="presOf" srcId="{30FCBEEE-334B-4735-BB53-0E57FA957FE7}" destId="{E84F3242-ED33-4A33-B657-954C28F6EFE1}" srcOrd="0" destOrd="0" presId="urn:microsoft.com/office/officeart/2018/2/layout/IconVerticalSolidList"/>
    <dgm:cxn modelId="{73A7D097-280E-403A-B170-7EDCE9679237}" type="presOf" srcId="{CCF1681F-0100-4628-AF3C-763CF8EB3B9B}" destId="{6EA7BF03-1AB7-4471-9071-24ED0357F462}" srcOrd="0" destOrd="0" presId="urn:microsoft.com/office/officeart/2018/2/layout/IconVerticalSolidList"/>
    <dgm:cxn modelId="{BEE067D5-6202-404F-9613-68FF3C377D5F}" srcId="{F7993797-4EBB-42A1-AC85-0CCD15BD42AF}" destId="{7D43C881-EBEF-4597-B86A-8CEBECB01BF8}" srcOrd="1" destOrd="0" parTransId="{1D85AE84-F23A-4221-9353-5534EED2E6F0}" sibTransId="{84C91FBB-0724-4354-858D-785B9237E8B6}"/>
    <dgm:cxn modelId="{BAAB8F0E-2FCA-49F4-8F29-FDE9E2D621D8}" type="presParOf" srcId="{A8189E25-5A3E-46FE-8082-270141E2AE13}" destId="{6D3393EE-E6A3-445A-866D-34C21C44836C}" srcOrd="0" destOrd="0" presId="urn:microsoft.com/office/officeart/2018/2/layout/IconVerticalSolidList"/>
    <dgm:cxn modelId="{75EE14D4-8012-4944-8882-3CD9950472CB}" type="presParOf" srcId="{6D3393EE-E6A3-445A-866D-34C21C44836C}" destId="{2096C1CC-7641-49FE-82B2-8C7A4E980209}" srcOrd="0" destOrd="0" presId="urn:microsoft.com/office/officeart/2018/2/layout/IconVerticalSolidList"/>
    <dgm:cxn modelId="{2A9EF1E5-6069-45B5-997E-F11CEF2FC314}" type="presParOf" srcId="{6D3393EE-E6A3-445A-866D-34C21C44836C}" destId="{C214BC6C-5BB8-452D-AE52-1A96D08F1057}" srcOrd="1" destOrd="0" presId="urn:microsoft.com/office/officeart/2018/2/layout/IconVerticalSolidList"/>
    <dgm:cxn modelId="{A5BD5BE4-0180-477E-9CD0-4BAEB32AADC9}" type="presParOf" srcId="{6D3393EE-E6A3-445A-866D-34C21C44836C}" destId="{EBFB18D9-292A-4072-8074-72A1E9E961D9}" srcOrd="2" destOrd="0" presId="urn:microsoft.com/office/officeart/2018/2/layout/IconVerticalSolidList"/>
    <dgm:cxn modelId="{6313A378-473E-452E-951F-8B70075BDFF8}" type="presParOf" srcId="{6D3393EE-E6A3-445A-866D-34C21C44836C}" destId="{6EA7BF03-1AB7-4471-9071-24ED0357F462}" srcOrd="3" destOrd="0" presId="urn:microsoft.com/office/officeart/2018/2/layout/IconVerticalSolidList"/>
    <dgm:cxn modelId="{AE75745E-AD5B-4CBF-B224-599D782A0946}" type="presParOf" srcId="{A8189E25-5A3E-46FE-8082-270141E2AE13}" destId="{3FF2A25B-C730-41E8-AE8E-396AAC171156}" srcOrd="1" destOrd="0" presId="urn:microsoft.com/office/officeart/2018/2/layout/IconVerticalSolidList"/>
    <dgm:cxn modelId="{B9A9BE5B-A7E6-4955-868B-2F4C8028F7FB}" type="presParOf" srcId="{A8189E25-5A3E-46FE-8082-270141E2AE13}" destId="{2715EE9A-D2B7-4E8E-8057-2B62654CAB3C}" srcOrd="2" destOrd="0" presId="urn:microsoft.com/office/officeart/2018/2/layout/IconVerticalSolidList"/>
    <dgm:cxn modelId="{0A68968F-5794-4075-9511-EEF02296103B}" type="presParOf" srcId="{2715EE9A-D2B7-4E8E-8057-2B62654CAB3C}" destId="{01B52D43-240C-444B-AE0C-407A9FA5859E}" srcOrd="0" destOrd="0" presId="urn:microsoft.com/office/officeart/2018/2/layout/IconVerticalSolidList"/>
    <dgm:cxn modelId="{81546D06-4792-46D2-8E0F-73261B60379F}" type="presParOf" srcId="{2715EE9A-D2B7-4E8E-8057-2B62654CAB3C}" destId="{51B90B18-9728-48CE-9BE7-D6FC65B446FF}" srcOrd="1" destOrd="0" presId="urn:microsoft.com/office/officeart/2018/2/layout/IconVerticalSolidList"/>
    <dgm:cxn modelId="{DE8E0B06-694D-43E7-9396-DB9903414EC8}" type="presParOf" srcId="{2715EE9A-D2B7-4E8E-8057-2B62654CAB3C}" destId="{88CBA1E4-E8CB-4C2A-95AF-CB73701DB17C}" srcOrd="2" destOrd="0" presId="urn:microsoft.com/office/officeart/2018/2/layout/IconVerticalSolidList"/>
    <dgm:cxn modelId="{16012E57-AFCB-4374-B13D-23CACBC21358}" type="presParOf" srcId="{2715EE9A-D2B7-4E8E-8057-2B62654CAB3C}" destId="{B8020ED3-EB18-42E9-ABA5-51FD12838D59}" srcOrd="3" destOrd="0" presId="urn:microsoft.com/office/officeart/2018/2/layout/IconVerticalSolidList"/>
    <dgm:cxn modelId="{34033590-C175-4AEF-ACA3-8D132AAB1BB6}" type="presParOf" srcId="{A8189E25-5A3E-46FE-8082-270141E2AE13}" destId="{44AE2F6D-9578-4404-97B5-0BFF120F950A}" srcOrd="3" destOrd="0" presId="urn:microsoft.com/office/officeart/2018/2/layout/IconVerticalSolidList"/>
    <dgm:cxn modelId="{CCBF6254-A0AC-4EB8-8B43-80E635BBE5A3}" type="presParOf" srcId="{A8189E25-5A3E-46FE-8082-270141E2AE13}" destId="{904DE419-E988-4D00-99BC-E1DB928662F4}" srcOrd="4" destOrd="0" presId="urn:microsoft.com/office/officeart/2018/2/layout/IconVerticalSolidList"/>
    <dgm:cxn modelId="{21FE0E24-125E-4633-AE28-2A0C8DEF4D4C}" type="presParOf" srcId="{904DE419-E988-4D00-99BC-E1DB928662F4}" destId="{ADF9D16D-6D14-473C-9F50-B67E657E9670}" srcOrd="0" destOrd="0" presId="urn:microsoft.com/office/officeart/2018/2/layout/IconVerticalSolidList"/>
    <dgm:cxn modelId="{A83EB0D8-8684-4A87-8892-BBA0290DE9E0}" type="presParOf" srcId="{904DE419-E988-4D00-99BC-E1DB928662F4}" destId="{BF9A3E27-971A-4B16-ADDC-BFBB153167D0}" srcOrd="1" destOrd="0" presId="urn:microsoft.com/office/officeart/2018/2/layout/IconVerticalSolidList"/>
    <dgm:cxn modelId="{DBF10FB1-3B41-4492-B7F9-E0E3AF579579}" type="presParOf" srcId="{904DE419-E988-4D00-99BC-E1DB928662F4}" destId="{BDC1AF5E-28C1-4EA9-B6CE-0AA809FE2023}" srcOrd="2" destOrd="0" presId="urn:microsoft.com/office/officeart/2018/2/layout/IconVerticalSolidList"/>
    <dgm:cxn modelId="{0DFADBD6-6C18-4A07-B2EC-289476E88877}" type="presParOf" srcId="{904DE419-E988-4D00-99BC-E1DB928662F4}" destId="{E84F3242-ED33-4A33-B657-954C28F6EF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620668-5C86-46DD-9D28-9CD3C1AA0DDA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26114E-22B9-41F3-A70B-9F4B73EEC5A2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Mid-range appeal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Most laptops fall into a moderate price range (₹30,000–₹70,000), suggesting strong consumer demand there.</a:t>
          </a:r>
        </a:p>
      </dsp:txBody>
      <dsp:txXfrm>
        <a:off x="0" y="2703"/>
        <a:ext cx="6900512" cy="1843578"/>
      </dsp:txXfrm>
    </dsp:sp>
    <dsp:sp modelId="{1F2B4685-EA17-4106-B8D9-59E4ACCDAB46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CB563-A0BE-4F4A-8DD7-B5F293264E9E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Brand leverage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Well-known brands (like Lenovo, Dell, HP) can price higher even with similar hardware specs due to reputation.</a:t>
          </a:r>
        </a:p>
      </dsp:txBody>
      <dsp:txXfrm>
        <a:off x="0" y="1846281"/>
        <a:ext cx="6900512" cy="1843578"/>
      </dsp:txXfrm>
    </dsp:sp>
    <dsp:sp modelId="{DE5DAAC8-DBD6-4EB2-8E0F-0D046FD916C0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F41A05-B403-4700-8931-CDDE8A9D8956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Spec sensitivity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Upgrades in RAM, SSD, or GPU significantly increase price, showing customers are willing to pay for performance boosts.</a:t>
          </a:r>
        </a:p>
      </dsp:txBody>
      <dsp:txXfrm>
        <a:off x="0" y="3689859"/>
        <a:ext cx="6900512" cy="1843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6C1CC-7641-49FE-82B2-8C7A4E980209}">
      <dsp:nvSpPr>
        <dsp:cNvPr id="0" name=""/>
        <dsp:cNvSpPr/>
      </dsp:nvSpPr>
      <dsp:spPr>
        <a:xfrm>
          <a:off x="0" y="671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4BC6C-5BB8-452D-AE52-1A96D08F1057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A7BF03-1AB7-4471-9071-24ED0357F462}">
      <dsp:nvSpPr>
        <dsp:cNvPr id="0" name=""/>
        <dsp:cNvSpPr/>
      </dsp:nvSpPr>
      <dsp:spPr>
        <a:xfrm>
          <a:off x="1816103" y="67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Hardware Specifications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(RAM, storage type, processor, graphics) affect price the most.</a:t>
          </a:r>
        </a:p>
      </dsp:txBody>
      <dsp:txXfrm>
        <a:off x="1816103" y="671"/>
        <a:ext cx="4447536" cy="1572384"/>
      </dsp:txXfrm>
    </dsp:sp>
    <dsp:sp modelId="{01B52D43-240C-444B-AE0C-407A9FA5859E}">
      <dsp:nvSpPr>
        <dsp:cNvPr id="0" name=""/>
        <dsp:cNvSpPr/>
      </dsp:nvSpPr>
      <dsp:spPr>
        <a:xfrm>
          <a:off x="0" y="1966151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B90B18-9728-48CE-9BE7-D6FC65B446FF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20ED3-EB18-42E9-ABA5-51FD12838D59}">
      <dsp:nvSpPr>
        <dsp:cNvPr id="0" name=""/>
        <dsp:cNvSpPr/>
      </dsp:nvSpPr>
      <dsp:spPr>
        <a:xfrm>
          <a:off x="1816103" y="196615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Company reputation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comes second, as premium brands charge more.</a:t>
          </a:r>
        </a:p>
      </dsp:txBody>
      <dsp:txXfrm>
        <a:off x="1816103" y="1966151"/>
        <a:ext cx="4447536" cy="1572384"/>
      </dsp:txXfrm>
    </dsp:sp>
    <dsp:sp modelId="{ADF9D16D-6D14-473C-9F50-B67E657E9670}">
      <dsp:nvSpPr>
        <dsp:cNvPr id="0" name=""/>
        <dsp:cNvSpPr/>
      </dsp:nvSpPr>
      <dsp:spPr>
        <a:xfrm>
          <a:off x="0" y="3931632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9A3E27-971A-4B16-ADDC-BFBB153167D0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F3242-ED33-4A33-B657-954C28F6EFE1}">
      <dsp:nvSpPr>
        <dsp:cNvPr id="0" name=""/>
        <dsp:cNvSpPr/>
      </dsp:nvSpPr>
      <dsp:spPr>
        <a:xfrm>
          <a:off x="1816103" y="3931632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Operating system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has minimal effect compared to the other two.</a:t>
          </a:r>
        </a:p>
      </dsp:txBody>
      <dsp:txXfrm>
        <a:off x="1816103" y="3931632"/>
        <a:ext cx="4447536" cy="1572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62563-E2D3-46A0-B8D8-131354FD85CC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C3A19-58E5-4467-8E98-009AF5F10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03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C3A19-58E5-4467-8E98-009AF5F10A4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96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C3A19-58E5-4467-8E98-009AF5F10A4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9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7155C-6ED9-E8CE-EC94-66CFC7776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F9722-05F7-9379-F820-3B687D87C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E24F-C9CA-6C5B-7943-DC8BABBF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5F6-95E6-4A86-B56F-535AAA33494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73A24-AD4D-3461-46E4-15EAF6876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2994E-798B-3109-8798-53E88B69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C100-B6B5-48ED-AD05-7A2220F8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00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8A117-CB39-FDF5-D910-EA9E470CB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B80DC-8C49-A70F-7D60-1E496971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67148-FF94-1AC0-0386-989D21BE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5F6-95E6-4A86-B56F-535AAA33494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8A48C-DF55-EBB5-E080-7184F65C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21213-2C6E-93D8-BC11-AA2A4279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C100-B6B5-48ED-AD05-7A2220F8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29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CDCDE-4DB1-F3B9-E20B-5EEB11722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BE3C1-94C0-17D5-7A60-1ED4B28D7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1DD02-2B42-810C-ACD0-E4D2587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5F6-95E6-4A86-B56F-535AAA33494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EDD06-8B27-E7EE-39D6-B40EFC19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5DDCE-48BF-D098-C568-14B98A3B9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C100-B6B5-48ED-AD05-7A2220F8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74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93995-663D-C6D9-9CAB-3E8638725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65A00-2757-C505-74DB-DE47B1A46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8B896-CA04-4EF8-F77A-66F1C89D2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0D561-666F-FDA8-EE42-C8B42FB39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5F6-95E6-4A86-B56F-535AAA33494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2F0AF-AC26-39B0-7935-8080A7D3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29FCF-9244-7A2F-A1A9-5BBFB9B6E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C100-B6B5-48ED-AD05-7A2220F8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2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7AEDF-E574-CFE3-5DF4-675E43E46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F2EDF-01A0-5B57-13EE-AB0CAA852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B09C1-BA3F-E46F-BC7C-31B4B6449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5AC43E-1AA4-B267-0784-4669B942B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9F7BD6-0A3F-C7CC-230B-BE468435F9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C75DB9-8E04-FA53-822E-2FE79C2F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5F6-95E6-4A86-B56F-535AAA33494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ED9CB7-FE3D-F3F2-0070-94FC374AC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56398-03A9-59EA-5BFF-B6C3053BC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C100-B6B5-48ED-AD05-7A2220F8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8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7353-CC15-A6C3-97AB-CAA78EC5D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170940-539D-2444-86D4-8611F6EFA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5F6-95E6-4A86-B56F-535AAA33494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17254D-25FC-CB66-564A-6395772A4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ECE2D-8CE1-2654-9C05-A6EC2F88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C100-B6B5-48ED-AD05-7A2220F8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5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A60FFB-5BAC-8767-2892-87F482D66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5F6-95E6-4A86-B56F-535AAA33494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D9DE97-161E-B779-E0DB-234D4EBD0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73953-2779-92BB-D253-88C7C6A03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C100-B6B5-48ED-AD05-7A2220F8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6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5096-2F76-9F29-E17D-ADA3A7D7A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8E61A-FF99-0038-DCBF-DCEDE4263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D519B-9F13-C73E-71DF-C9D7BE8BF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BF24E-CE14-1C28-EA87-EADDE63C3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5F6-95E6-4A86-B56F-535AAA33494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BAB9A-E509-CE81-3A06-7D712E73E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483BF-4843-5026-1B95-C1F04A62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C100-B6B5-48ED-AD05-7A2220F8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8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D075-C40F-39E5-8F3A-659BE912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A9810F-25D1-E089-9D3F-DF379DA5D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E57E4-4EC2-B0E8-E22D-4E5EB8EBA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98357-8C1A-D0A5-3D67-9C7DF4058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5F6-95E6-4A86-B56F-535AAA33494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92415-332E-FA28-9636-75DC46CA1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F5E76-F9A3-39C5-23BC-A81AF870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C100-B6B5-48ED-AD05-7A2220F8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8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6D773-C185-1CEA-3B2A-62EE19449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92B3D-F07E-AAF1-7430-1A0EBD161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47453-E31D-BBB3-B6A3-6233E205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5F6-95E6-4A86-B56F-535AAA33494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0EECB-A65A-F3CC-4631-DB279B54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DA459-743C-8DD7-3B40-1CF49AE39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C100-B6B5-48ED-AD05-7A2220F8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9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8EC6E-24A2-6FE2-938A-4F838D55D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1C34D4-EB49-A030-708C-9199D4AC6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A3DDA-7BC5-3B47-0F2B-C7961E72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5F6-95E6-4A86-B56F-535AAA33494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A4345-F97C-F717-F2BD-03F8B25ED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73061-6F5D-656D-DF71-E182183D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C100-B6B5-48ED-AD05-7A2220F8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70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2C291C-7A74-DEB4-5FF1-68E6B37D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1DDC-F010-B121-0440-AF4FE8203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72C2A-B975-00D0-CF3D-A7696B298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175F6-95E6-4A86-B56F-535AAA33494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BF9AE-9FB4-F8E3-4D7D-82FFE68C5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410EF-A47B-DEFA-5F78-69C13738D5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DC100-B6B5-48ED-AD05-7A2220F8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3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6EFC7BB-64AE-45E4-90F7-BA062F86E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B5B51E-2110-4BFE-90CE-A5C01B483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 descr="A close-up of a hand on a keyboard&#10;&#10;AI-generated content may be incorrect.">
            <a:extLst>
              <a:ext uri="{FF2B5EF4-FFF2-40B4-BE49-F238E27FC236}">
                <a16:creationId xmlns:a16="http://schemas.microsoft.com/office/drawing/2014/main" id="{3063D4D0-2CDF-EF84-B3C7-9649FEA164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115A36-1964-8FC8-F9EC-BCF3D9F56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387056"/>
            <a:ext cx="9144000" cy="2513271"/>
          </a:xfrm>
        </p:spPr>
        <p:txBody>
          <a:bodyPr>
            <a:normAutofit/>
          </a:bodyPr>
          <a:lstStyle/>
          <a:p>
            <a:pPr algn="l"/>
            <a:r>
              <a:rPr lang="en-US" sz="52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LAPTOP DATA ANALYSIS</a:t>
            </a:r>
            <a:br>
              <a:rPr lang="en-US" sz="5200">
                <a:solidFill>
                  <a:srgbClr val="FFFFFF"/>
                </a:solidFill>
              </a:rPr>
            </a:br>
            <a:r>
              <a:rPr lang="en-US" sz="52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REINFORCEMENT ASSESMENT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D26CC-ED24-D93E-9E1D-16A71EF7A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970" y="4072044"/>
            <a:ext cx="9122229" cy="1671567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RAAGULPRADAN D</a:t>
            </a:r>
          </a:p>
          <a:p>
            <a:pPr algn="l"/>
            <a:endParaRPr lang="en-US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575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D870C-3981-F187-440A-C223CCE5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F0A2C25-62D2-BFFD-924F-1B8B4E137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05E197-205C-2377-4BFA-F40C0DB94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177D4-0107-07E8-B59C-3362ED2C4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7F7C64-D0D7-BD31-F590-1783C9C3EF71}"/>
              </a:ext>
            </a:extLst>
          </p:cNvPr>
          <p:cNvSpPr txBox="1"/>
          <p:nvPr/>
        </p:nvSpPr>
        <p:spPr>
          <a:xfrm>
            <a:off x="610734" y="19834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sz="4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D17BA2-A3A2-0836-56DB-AAF1D3B80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55" y="1104575"/>
            <a:ext cx="11031489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7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28058-7ABB-13D3-6BEC-19F1F5693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415262-6384-4EA7-40D3-AA2815AEE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ADA90-005A-9A1B-1B14-EBA657331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885" y="385294"/>
            <a:ext cx="10055317" cy="80689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&amp; CLEANING</a:t>
            </a:r>
            <a:endParaRPr lang="en-US" sz="4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CF7471-9349-B8AA-B31D-CCBBC9F7B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146F00-ABE1-A910-F39F-8F55BA4D9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21622-6B17-53F9-AAF6-AFFB9D427D51}"/>
              </a:ext>
            </a:extLst>
          </p:cNvPr>
          <p:cNvSpPr txBox="1"/>
          <p:nvPr/>
        </p:nvSpPr>
        <p:spPr>
          <a:xfrm>
            <a:off x="912115" y="1203766"/>
            <a:ext cx="90600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laptop.csv dataset into a Pandas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display the first 5 rows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D65F7C-03E6-B456-7087-B29D0478A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801" y="2213357"/>
            <a:ext cx="6544772" cy="6591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BCA085-F8D8-F1A1-9E6D-7FECCA3E6BAA}"/>
              </a:ext>
            </a:extLst>
          </p:cNvPr>
          <p:cNvSpPr txBox="1"/>
          <p:nvPr/>
        </p:nvSpPr>
        <p:spPr>
          <a:xfrm>
            <a:off x="892831" y="3444930"/>
            <a:ext cx="7150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column Memory into HDD and SSD capacity.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2215B0-0584-5E39-0904-C35F6B8B9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379" y="4552895"/>
            <a:ext cx="9624502" cy="81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70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34FAF9-42CD-440A-0DB9-99F574F45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881" y="1215342"/>
            <a:ext cx="7998106" cy="476827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F678A-F815-AB74-8B79-35E59ECD2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185" y="502812"/>
            <a:ext cx="9711934" cy="70990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shape and data types of all columns.</a:t>
            </a:r>
          </a:p>
          <a:p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461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ED3FB-ED79-90DE-14C0-D4CC0C476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80" y="2773680"/>
            <a:ext cx="8505184" cy="25796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48DD6-E8DD-C729-90AF-0FB01003A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886" y="385294"/>
            <a:ext cx="6235268" cy="18001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handle missing values in the dataset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84042-3BBD-574A-1B9F-EBFB4F543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29" y="1504681"/>
            <a:ext cx="1943371" cy="38486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F8A4CC-7796-62EB-5735-F75C2778E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480" y="1504681"/>
            <a:ext cx="8505184" cy="94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35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73CF4-4B27-3DAD-FEB9-B8860F179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10" y="1485952"/>
            <a:ext cx="11139778" cy="29951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4BF55-57EF-8636-1F85-F7C865142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586" y="585870"/>
            <a:ext cx="6235268" cy="18001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the numeric value from the column Ram.</a:t>
            </a:r>
          </a:p>
          <a:p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1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3944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A0C02-7FD8-707B-F470-30981EA85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6" y="216882"/>
            <a:ext cx="3248024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800" kern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UNIVARIANT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E62256-D6E7-59AE-1A67-2408D174E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626" y="640080"/>
            <a:ext cx="6602150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56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045656-67EE-8D7B-C22B-B8410B67F8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48" y="1967281"/>
            <a:ext cx="8599641" cy="469315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3DC37D-C508-DEDD-97E6-6710187E7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353" y="197568"/>
            <a:ext cx="5727129" cy="146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3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32AE08-8D37-FA3C-4318-CD1F551E3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699"/>
          <a:stretch>
            <a:fillRect/>
          </a:stretch>
        </p:blipFill>
        <p:spPr>
          <a:xfrm>
            <a:off x="2038358" y="64400"/>
            <a:ext cx="8115280" cy="640831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723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756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285D2-A07E-33F7-E66A-BC1A4BAA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8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BIVARIANT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8302E9-DC59-80F8-B122-90152BD743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225" y="640080"/>
            <a:ext cx="7754676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62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8A8174-130D-BA4E-9B90-0A8F32339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5"/>
          <a:stretch>
            <a:fillRect/>
          </a:stretch>
        </p:blipFill>
        <p:spPr>
          <a:xfrm>
            <a:off x="811818" y="457200"/>
            <a:ext cx="1056836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84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450279-F139-EAD8-AB43-64259DACDC2A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MULTIVARIANT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E70338-E8EF-C2F3-6AAB-CFDA9F815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502032"/>
            <a:ext cx="5131088" cy="335642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64FEB5-CF71-5DB7-9236-1A0A994196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519228"/>
            <a:ext cx="5131087" cy="339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09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77F8E2-8CED-4718-6880-CDDAD4065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771" y="457200"/>
            <a:ext cx="727045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752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4D43B2-7D77-6F50-FC00-45D41F235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1DF03B-2C14-0290-1DE1-3D1DD8CB92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395" y="1966293"/>
            <a:ext cx="8603209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83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CBDCDF-E9D3-7D25-ABF6-DA5B1DC14C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729" y="457200"/>
            <a:ext cx="767401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770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6179D-EF6C-0B88-B290-B8BA58F3A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3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INSIGHTS FOR PRICING STRATEGIES</a:t>
            </a:r>
            <a:br>
              <a:rPr lang="en-US" sz="3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AEA24A92-9854-72D9-BCBA-DE6675A864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88142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0713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CA05C-2394-43D8-1F88-46565A33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INFLUENTIAL FACTOR IN LAPTOP PRICES</a:t>
            </a:r>
            <a:br>
              <a:rPr lang="en-US" sz="3600" dirty="0"/>
            </a:br>
            <a:endParaRPr lang="en-US" sz="36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327E40-8FC3-8C3D-74F3-3CAADCA2EA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1123914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0589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17A9D-06D8-EB31-4091-46BFEC6E4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2720" y="2913856"/>
            <a:ext cx="6766560" cy="1030288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marL="0" indent="0" algn="ctr">
              <a:buNone/>
            </a:pPr>
            <a:r>
              <a:rPr lang="en-US" sz="8000" b="1" dirty="0">
                <a:ln w="9525">
                  <a:solidFill>
                    <a:schemeClr val="accent1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61235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207</Words>
  <Application>Microsoft Office PowerPoint</Application>
  <PresentationFormat>Widescreen</PresentationFormat>
  <Paragraphs>24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LAPTOP DATA ANALYSIS PYTHON REINFORCEMENT ASSESMENT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UNIVARIANT ANALYSIS</vt:lpstr>
      <vt:lpstr>PowerPoint Presentation</vt:lpstr>
      <vt:lpstr>PowerPoint Presentation</vt:lpstr>
      <vt:lpstr>BIVARIANT ANALYSIS</vt:lpstr>
      <vt:lpstr>PowerPoint Presentation</vt:lpstr>
      <vt:lpstr>PowerPoint Presentation</vt:lpstr>
      <vt:lpstr>PowerPoint Presentation</vt:lpstr>
      <vt:lpstr>LINEAR REGRESSION</vt:lpstr>
      <vt:lpstr>PowerPoint Presentation</vt:lpstr>
      <vt:lpstr>INSIGHTS FOR PRICING STRATEGIES </vt:lpstr>
      <vt:lpstr>INFLUENTIAL FACTOR IN LAPTOP PRICES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LAPTOP DATA ANALYSIS PYTHON REINFORCEMENT ASSESMENT</dc:title>
  <dc:creator>Raagulpradan D</dc:creator>
  <cp:lastModifiedBy>Raagulpradan D</cp:lastModifiedBy>
  <cp:revision>7</cp:revision>
  <dcterms:created xsi:type="dcterms:W3CDTF">2025-09-10T16:43:53Z</dcterms:created>
  <dcterms:modified xsi:type="dcterms:W3CDTF">2025-09-11T04:50:51Z</dcterms:modified>
</cp:coreProperties>
</file>